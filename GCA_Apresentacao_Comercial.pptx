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14400"/>
            <a:ext cx="2103120" cy="14090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A78BFA"/>
                </a:solidFill>
                <a:latin typeface="Segoe UI"/>
              </a:defRPr>
            </a:pPr>
            <a:r>
              <a:t>GCA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1F5F9"/>
                </a:solidFill>
                <a:latin typeface="Segoe UI"/>
              </a:defRPr>
            </a:pPr>
            <a:r>
              <a:t>Gestão de Codificação Assistida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Governança inteligente para desenvolvimento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GCA Software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1F5F9"/>
                </a:solidFill>
                <a:latin typeface="Segoe UI"/>
              </a:defRPr>
            </a:pPr>
            <a:r>
              <a:t>Projetos de software falham por falta de governança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70% dos projetos de TI excedem prazo e orçamento por requisitos mal definidos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97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Documentação desatualizada gera retrabalho e código que não atende o negócio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37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Decisões de arquitetura sem rastreabilidade comprometem qualidade e segurança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59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Equipes gastam 40% do tempo em tarefas que poderiam ser automatizadas por 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Compliance (LGPD, GDPR) é verificado tarde demais — quando já é caro corrigir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73152" cy="73152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Sem visão unificada, GP não sabe o estado real do projeto até ser tarde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1F5F9"/>
                </a:solidFill>
                <a:latin typeface="Segoe UI"/>
              </a:defRPr>
            </a:pPr>
            <a:r>
              <a:t>GCA — Inteligência Artificial aplicada à governança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O GCA é uma plataforma que governa todo o ciclo de vida de um projeto de software: da concepção (questionário técnico) até a entrega (código gerado e testado), usando IA para analisar, validar e gerar artefatos com rastreabilidade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50292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1F5F9"/>
                </a:solidFill>
                <a:latin typeface="Segoe UI"/>
              </a:defRPr>
            </a:pPr>
            <a: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6118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OCG — Inteligência Viva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0233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Objeto de Contexto Global que evolui com cada documento ingerido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0292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6118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1F5F9"/>
                </a:solidFill>
                <a:latin typeface="Segoe UI"/>
              </a:defRPr>
            </a:pPr>
            <a:r>
              <a:t>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7 Pilares de Qualidade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0233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Negócio, Compliance, Escopo, Performance, Arquitetura, Dados, Segurança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50292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1F5F9"/>
                </a:solidFill>
                <a:latin typeface="Segoe UI"/>
              </a:defRPr>
            </a:pPr>
            <a: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8 Agentes de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53949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Pipeline que avalia, classifica e consolida requisitos automaticamente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846320"/>
            <a:ext cx="50292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983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1F5F9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Billing Transparente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3949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Custo de IA por projeto, por operação, em tempo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Pipeline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1F5F9"/>
                </a:solidFill>
                <a:latin typeface="Segoe UI"/>
              </a:defRPr>
            </a:pPr>
            <a:r>
              <a:t>Do questionário ao código — governado pelo OCG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Segoe UI"/>
              </a:defRPr>
            </a:pPr>
            <a:r>
              <a:t>Questionário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49 perguntas</a:t>
            </a:r>
            <a:br/>
            <a:r>
              <a:t>8 blocos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7171"/>
                </a:solidFill>
                <a:latin typeface="Segoe UI"/>
              </a:defRPr>
            </a:pPr>
            <a:r>
              <a:t>Repositório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Git do projeto</a:t>
            </a:r>
            <a:br/>
            <a:r>
              <a:t>(bloqueante)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Ingestão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Docs, código</a:t>
            </a:r>
            <a:br/>
            <a:r>
              <a:t>PII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BBF24"/>
                </a:solidFill>
                <a:latin typeface="Segoe UI"/>
              </a:defRPr>
            </a:pPr>
            <a:r>
              <a:t>Gatekeeper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7 pilares</a:t>
            </a:r>
            <a:br/>
            <a:r>
              <a:t>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Arguidor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Gaps e lacunas</a:t>
            </a:r>
            <a:br/>
            <a:r>
              <a:t>altera OCG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Segoe UI"/>
              </a:defRPr>
            </a:pPr>
            <a:r>
              <a:t>Geração</a:t>
            </a:r>
            <a:br/>
            <a:r>
              <a:t>de Código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IA + humano</a:t>
            </a:r>
            <a:br/>
            <a:r>
              <a:t>testes auto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Backlog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33+ itens</a:t>
            </a:r>
            <a:br/>
            <a:r>
              <a:t>do OCG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78440" y="2011680"/>
            <a:ext cx="1280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69880" y="2103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Docs Viva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69880" y="2651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Segoe UI"/>
              </a:defRPr>
            </a:pPr>
            <a:r>
              <a:t>Auto-gerada</a:t>
            </a:r>
            <a:br/>
            <a:r>
              <a:t>do OCG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 OCG (Objeto de Contexto Global) é a fonte de verdade — expande com boa documentação, contrai com dados ruins.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7 Pilares de Avaliação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P1 Negócio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87171"/>
                </a:solidFill>
                <a:latin typeface="Segoe UI"/>
              </a:defRPr>
            </a:pPr>
            <a:r>
              <a:t>P2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40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4048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P3 Escopo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94959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399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P4 Performance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399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4944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40879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P5 Arquitetura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79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0392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A78BFA"/>
                </a:solidFill>
                <a:latin typeface="Segoe UI"/>
              </a:defRPr>
            </a:pPr>
            <a:r>
              <a:t>P6 Dados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8400" y="5394960"/>
            <a:ext cx="137160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49840" y="5440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87171"/>
                </a:solidFill>
                <a:latin typeface="Segoe UI"/>
              </a:defRPr>
            </a:pPr>
            <a:r>
              <a:t>P7 Segurança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40" y="5760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OCG — Objeto de Contexto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1F5F9"/>
                </a:solidFill>
                <a:latin typeface="Segoe UI"/>
              </a:defRPr>
            </a:pPr>
            <a:r>
              <a:t>A inteligência viva do seu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O OCG não é um documento estático. É um objeto de estado evolutivo orientado a eventos. Ele expande com boa ingestão de dados e contrai com dados ruins ou conflitantes. Nenhum módulo opera sem antes ler o OCG.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Perfil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64991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Nome, tipo, criticidade, arquitetura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01752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Stack Recomendada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364991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Frontend, backend, banco, cache, infra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Scores por Pilar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8795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7 pilares com pontuação e findings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31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Compliance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18795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LGPD, GDPR, auditoria, PCI-DSS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548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Estratégia de Testes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109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Unitários, integração, E2E, segurança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66344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548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Análise de Riscos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Alto, médio, baixo com mitigações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77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Entregáveis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8338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Lista do que o projeto deve entregar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486400"/>
            <a:ext cx="5029200" cy="640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577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Status de Aprovação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338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READY, NEEDS_REVIEW, AT_RISK, BLOCKED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Funcionalidades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1F5F9"/>
                </a:solidFill>
                <a:latin typeface="Segoe UI"/>
              </a:defRPr>
            </a:pPr>
            <a:r>
              <a:t>Tudo o que você precisa para governar projetos de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Questionário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49 perguntas em 8 blocos com validação automática e score de aderência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Repositório do 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57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Integração Git (GitHub/GitLab/Bitbucket) — bloqueante sem configuração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Repositórios Externos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57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Leitura read-only de repos de terceiros para enriquecer o OCG via 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3464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Ingestão de Documentos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Upload com detecção de PII, quarentena, hash SHA256, categorização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83464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Gatekeeper — 7 Pilares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Avaliação automática com radar chart, findings e status bloqueante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83464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Arguidor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Identifica gaps, show-stoppers e lacunas — solicita complementação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2336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Geração de Código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IA gera código baseado no OCG, GP revisa e aprova, testes automáticos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02336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Backlog Vivo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Derivado do OCG — regenera automaticamente quando o contexto muda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02336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Documentação Viva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Gerada e atualizada automaticamente do OCG do projeto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1208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303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Billing por Projeto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23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Custo de IA em USD por projeto, operação e provedor — transparência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521208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5303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Auditoria Hash 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623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Trilha imutável com hash encadeado, correlation_id, 27 tipos de evento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5212080"/>
            <a:ext cx="356616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5303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RBAC Compartimentalizado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623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8 papéis, cada projeto isolado, chaves IA separadas Admin vs Projeto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Stack Tecnológica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1F5F9"/>
                </a:solidFill>
                <a:latin typeface="Segoe UI"/>
              </a:defRPr>
            </a:pPr>
            <a:r>
              <a:t>Construído com tecnologias modernas e escaláveis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39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Python 3.11 + FastAPI</a:t>
            </a:r>
            <a:br/>
            <a:r>
              <a:t>41 serviços, 24 routers</a:t>
            </a:r>
            <a:br/>
            <a:r>
              <a:t>SQLAlchemy async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737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377439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React 18 + TypeScript</a:t>
            </a:r>
            <a:br/>
            <a:r>
              <a:t>Vite + Tailwind CSS</a:t>
            </a:r>
            <a:br/>
            <a:r>
              <a:t>28 páginas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Banco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39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PostgreSQL 16</a:t>
            </a:r>
            <a:br/>
            <a:r>
              <a:t>50+ tabelas</a:t>
            </a:r>
            <a:br/>
            <a:r>
              <a:t>Migrations 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737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BBF24"/>
                </a:solidFill>
                <a:latin typeface="Segoe UI"/>
              </a:defRPr>
            </a:pPr>
            <a:r>
              <a:t>Cache &amp; Mensageria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377439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Redis 7</a:t>
            </a:r>
            <a:br/>
            <a:r>
              <a:t>Sessões, rate limiting</a:t>
            </a:r>
            <a:br/>
            <a:r>
              <a:t>Locks distribuídos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IA Multi-Provider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DeepSeek, Anthropic</a:t>
            </a:r>
            <a:br/>
            <a:r>
              <a:t>OpenAI, Grok, Gemini</a:t>
            </a:r>
            <a:br/>
            <a:r>
              <a:t>8 agentes paralelos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4023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  <a:latin typeface="Segoe UI"/>
              </a:defRPr>
            </a:pPr>
            <a:r>
              <a:t>Automação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6634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n8n Workflows</a:t>
            </a:r>
            <a:br/>
            <a:r>
              <a:t>4 pipelines</a:t>
            </a:r>
            <a:br/>
            <a:r>
              <a:t>Webhooks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4023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Infraestrutura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6634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Docker Compose</a:t>
            </a:r>
            <a:br/>
            <a:r>
              <a:t>5 serviços</a:t>
            </a:r>
            <a:br/>
            <a:r>
              <a:t>Cloudflare Tunnel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402336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Segurança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66344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JWT RS256, RBAC</a:t>
            </a:r>
            <a:br/>
            <a:r>
              <a:t>Vault criptografado</a:t>
            </a:r>
            <a:br/>
            <a:r>
              <a:t>Hash chain auditoria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Diferenciais Competitivos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1F5F9"/>
                </a:solidFill>
                <a:latin typeface="Segoe UI"/>
              </a:defRPr>
            </a:pPr>
            <a:r>
              <a:t>Por que o GCA é diferente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19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Segoe UI"/>
              </a:defRPr>
            </a:pPr>
            <a:r>
              <a:t>OCG Reativo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 contexto do projeto evolui automaticamente com cada documento ingerido. Não é um relatório estático — é inteligência viva que expande ou contrai baseado na qualidade dos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51560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791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Segoe UI"/>
              </a:defRPr>
            </a:pPr>
            <a:r>
              <a:t>IA Agnóstica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718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Suporte a 5 provedores de IA (DeepSeek, Anthropic, OpenAI, Grok, Gemini). O cliente escolhe o provider e modelo. Billing transparente por chamada.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6160"/>
            <a:ext cx="1051560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39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Segoe UI"/>
              </a:defRPr>
            </a:pPr>
            <a:r>
              <a:t>Compartimentalização Total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Cada projeto é isolado: repositório próprio, chaves IA próprias, equipe própria, OCG próprio. Dados de um projeto nunca afetam outro.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51560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99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Segoe UI"/>
              </a:defRPr>
            </a:pPr>
            <a:r>
              <a:t>Governança End-to-End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Do questionário inicial ao código gerado e testado — cada etapa é rastreada, auditada e versionada com hash chain imutável.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Segoe UI"/>
              </a:defRPr>
            </a:pPr>
            <a:r>
              <a:t>Código Aberto ao Humano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521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 IA gera, mas o humano decide. Cada módulo de código passa por revisão do GP antes de ser commitado. IA + Humano = qualidade.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097280" cy="735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Entregáveis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1F5F9"/>
                </a:solidFill>
                <a:latin typeface="Segoe UI"/>
              </a:defRPr>
            </a:pPr>
            <a:r>
              <a:t>O que o cliente recebe ao usar o GCA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OCG completo do projeto com scores de 7 pilares e status de aprovação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727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Análise de stack tecnológica recomendada com justificativa por camada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414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Checklist de conformidade (LGPD, GDPR, PCI-DSS) com responsáveis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51460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Análise de riscos com mitigações e responsáveis atribuídos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01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Backlog vivo com itens priorizados por categoria (módulos, testes, compliance)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101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Código gerado por IA, revisado pelo GP, com testes unitários automáticos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51959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78807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Documentação viva que se atualiza automaticamente com o OCG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59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178807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Trilha de auditoria completa com hash chain (rastreabilidade total)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47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Billing detalhado de uso de IA por projeto (custo, tokens, operações)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5120640"/>
            <a:ext cx="73152" cy="73152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5047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Dashboard executivo com radar de pilares, health do contexto e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ca-logo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2103120" cy="14090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A78BFA"/>
                </a:solidFill>
                <a:latin typeface="Segoe UI"/>
              </a:defRPr>
            </a:pPr>
            <a:r>
              <a:t>GCA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1F5F9"/>
                </a:solidFill>
                <a:latin typeface="Segoe UI"/>
              </a:defRPr>
            </a:pPr>
            <a:r>
              <a:t>Gestão de Codificação Assistida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Governança inteligente. IA assistida. Código rastreável.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303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Segoe UI"/>
              </a:defRPr>
            </a:pPr>
            <a:r>
              <a:t>gca.code-auditor.com.br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669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GCA Software  •  Luiz Carlos Pielak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035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pielak.ctba@gmail.com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